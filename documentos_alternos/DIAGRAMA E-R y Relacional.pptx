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3" d="100"/>
          <a:sy n="53" d="100"/>
        </p:scale>
        <p:origin x="798" y="1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sus Rueda" userId="7dee701d09d07bb3" providerId="LiveId" clId="{24E58A64-B7C4-4358-9E62-AC6A75F12EFA}"/>
    <pc:docChg chg="modSld">
      <pc:chgData name="Jesus Rueda" userId="7dee701d09d07bb3" providerId="LiveId" clId="{24E58A64-B7C4-4358-9E62-AC6A75F12EFA}" dt="2026-06-01T04:18:46.359" v="20" actId="1076"/>
      <pc:docMkLst>
        <pc:docMk/>
      </pc:docMkLst>
      <pc:sldChg chg="modSp mod">
        <pc:chgData name="Jesus Rueda" userId="7dee701d09d07bb3" providerId="LiveId" clId="{24E58A64-B7C4-4358-9E62-AC6A75F12EFA}" dt="2026-06-01T04:18:46.359" v="20" actId="1076"/>
        <pc:sldMkLst>
          <pc:docMk/>
          <pc:sldMk cId="0" sldId="256"/>
        </pc:sldMkLst>
        <pc:picChg chg="mod">
          <ac:chgData name="Jesus Rueda" userId="7dee701d09d07bb3" providerId="LiveId" clId="{24E58A64-B7C4-4358-9E62-AC6A75F12EFA}" dt="2026-06-01T04:18:46.359" v="20" actId="1076"/>
          <ac:picMkLst>
            <pc:docMk/>
            <pc:sldMk cId="0" sldId="256"/>
            <ac:picMk id="2" creationId="{00000000-0000-0000-0000-000000000000}"/>
          </ac:picMkLst>
        </pc:picChg>
      </pc:sldChg>
      <pc:sldChg chg="modSp mod">
        <pc:chgData name="Jesus Rueda" userId="7dee701d09d07bb3" providerId="LiveId" clId="{24E58A64-B7C4-4358-9E62-AC6A75F12EFA}" dt="2026-06-01T03:38:36.399" v="18" actId="1076"/>
        <pc:sldMkLst>
          <pc:docMk/>
          <pc:sldMk cId="0" sldId="257"/>
        </pc:sldMkLst>
        <pc:picChg chg="mod">
          <ac:chgData name="Jesus Rueda" userId="7dee701d09d07bb3" providerId="LiveId" clId="{24E58A64-B7C4-4358-9E62-AC6A75F12EFA}" dt="2026-06-01T03:38:36.399" v="18" actId="1076"/>
          <ac:picMkLst>
            <pc:docMk/>
            <pc:sldMk cId="0" sldId="257"/>
            <ac:picMk id="2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8600" y="-22860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8100" y="3810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UCID-SOURCE" val="28c2xhjj1koL"/>
  <p:tag name="LUCID-DOCUMENT" val="68e94ad2-3fe1-4268-9b24-6343baa014c1"/>
  <p:tag name="LUCID-UPDATE-TIME" val="178018835572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UCID-SOURCE" val="Vad2hOnuP1Rn"/>
  <p:tag name="LUCID-DOCUMENT" val="68e94ad2-3fe1-4268-9b24-6343baa014c1"/>
  <p:tag name="LUCID-UPDATE-TIME" val="178018835572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0</Words>
  <Application>Microsoft Office PowerPoint</Application>
  <PresentationFormat>Personalizado</PresentationFormat>
  <Paragraphs>0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Jesus Rueda</dc:creator>
  <cp:lastModifiedBy>Jesus Rueda</cp:lastModifiedBy>
  <cp:revision>2</cp:revision>
  <dcterms:created xsi:type="dcterms:W3CDTF">2006-08-16T00:00:00Z</dcterms:created>
  <dcterms:modified xsi:type="dcterms:W3CDTF">2026-06-01T04:18:55Z</dcterms:modified>
</cp:coreProperties>
</file>